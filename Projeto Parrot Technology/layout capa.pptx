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39" r:id="rId2"/>
    <p:sldId id="341" r:id="rId3"/>
    <p:sldId id="340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7BFF"/>
    <a:srgbClr val="0C1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B9B3F1-22AF-4ACA-AA7B-8C3A846A517E}" v="2" dt="2024-10-08T01:11:07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UZEDA DE FREITAS" userId="9abb89e5-1fa4-4da5-99de-f3e46149f698" providerId="ADAL" clId="{E8B9B3F1-22AF-4ACA-AA7B-8C3A846A517E}"/>
    <pc:docChg chg="custSel addSld modSld">
      <pc:chgData name="GABRIEL UZEDA DE FREITAS" userId="9abb89e5-1fa4-4da5-99de-f3e46149f698" providerId="ADAL" clId="{E8B9B3F1-22AF-4ACA-AA7B-8C3A846A517E}" dt="2024-10-08T01:11:17.833" v="6" actId="478"/>
      <pc:docMkLst>
        <pc:docMk/>
      </pc:docMkLst>
      <pc:sldChg chg="addSp delSp modSp mod">
        <pc:chgData name="GABRIEL UZEDA DE FREITAS" userId="9abb89e5-1fa4-4da5-99de-f3e46149f698" providerId="ADAL" clId="{E8B9B3F1-22AF-4ACA-AA7B-8C3A846A517E}" dt="2024-10-08T01:11:03.843" v="1" actId="478"/>
        <pc:sldMkLst>
          <pc:docMk/>
          <pc:sldMk cId="1528896379" sldId="339"/>
        </pc:sldMkLst>
        <pc:graphicFrameChg chg="add del mod">
          <ac:chgData name="GABRIEL UZEDA DE FREITAS" userId="9abb89e5-1fa4-4da5-99de-f3e46149f698" providerId="ADAL" clId="{E8B9B3F1-22AF-4ACA-AA7B-8C3A846A517E}" dt="2024-10-08T01:11:03.843" v="1" actId="478"/>
          <ac:graphicFrameMkLst>
            <pc:docMk/>
            <pc:sldMk cId="1528896379" sldId="339"/>
            <ac:graphicFrameMk id="2" creationId="{FA636457-FD20-0DA5-2DF6-A6C956EB16FD}"/>
          </ac:graphicFrameMkLst>
        </pc:graphicFrameChg>
      </pc:sldChg>
      <pc:sldChg chg="delSp add mod">
        <pc:chgData name="GABRIEL UZEDA DE FREITAS" userId="9abb89e5-1fa4-4da5-99de-f3e46149f698" providerId="ADAL" clId="{E8B9B3F1-22AF-4ACA-AA7B-8C3A846A517E}" dt="2024-10-08T01:11:17.833" v="6" actId="478"/>
        <pc:sldMkLst>
          <pc:docMk/>
          <pc:sldMk cId="3334630014" sldId="341"/>
        </pc:sldMkLst>
        <pc:spChg chg="del">
          <ac:chgData name="GABRIEL UZEDA DE FREITAS" userId="9abb89e5-1fa4-4da5-99de-f3e46149f698" providerId="ADAL" clId="{E8B9B3F1-22AF-4ACA-AA7B-8C3A846A517E}" dt="2024-10-08T01:11:10.643" v="3" actId="478"/>
          <ac:spMkLst>
            <pc:docMk/>
            <pc:sldMk cId="3334630014" sldId="341"/>
            <ac:spMk id="7" creationId="{B0562E1B-4AE7-734A-91F0-A1B654EB7BB5}"/>
          </ac:spMkLst>
        </pc:spChg>
        <pc:spChg chg="del">
          <ac:chgData name="GABRIEL UZEDA DE FREITAS" userId="9abb89e5-1fa4-4da5-99de-f3e46149f698" providerId="ADAL" clId="{E8B9B3F1-22AF-4ACA-AA7B-8C3A846A517E}" dt="2024-10-08T01:11:17.833" v="6" actId="478"/>
          <ac:spMkLst>
            <pc:docMk/>
            <pc:sldMk cId="3334630014" sldId="341"/>
            <ac:spMk id="11" creationId="{17B05D4C-3786-B7DC-8A78-72D4F439854F}"/>
          </ac:spMkLst>
        </pc:spChg>
        <pc:spChg chg="del">
          <ac:chgData name="GABRIEL UZEDA DE FREITAS" userId="9abb89e5-1fa4-4da5-99de-f3e46149f698" providerId="ADAL" clId="{E8B9B3F1-22AF-4ACA-AA7B-8C3A846A517E}" dt="2024-10-08T01:11:13.744" v="4" actId="478"/>
          <ac:spMkLst>
            <pc:docMk/>
            <pc:sldMk cId="3334630014" sldId="341"/>
            <ac:spMk id="199" creationId="{D3281EEA-8B39-EF7D-DFAC-F0A10139AFA0}"/>
          </ac:spMkLst>
        </pc:spChg>
        <pc:picChg chg="del">
          <ac:chgData name="GABRIEL UZEDA DE FREITAS" userId="9abb89e5-1fa4-4da5-99de-f3e46149f698" providerId="ADAL" clId="{E8B9B3F1-22AF-4ACA-AA7B-8C3A846A517E}" dt="2024-10-08T01:11:16.028" v="5" actId="478"/>
          <ac:picMkLst>
            <pc:docMk/>
            <pc:sldMk cId="3334630014" sldId="341"/>
            <ac:picMk id="195" creationId="{B500B572-A726-C262-E3A3-E31FF7F0D3EB}"/>
          </ac:picMkLst>
        </pc:picChg>
        <pc:picChg chg="del">
          <ac:chgData name="GABRIEL UZEDA DE FREITAS" userId="9abb89e5-1fa4-4da5-99de-f3e46149f698" providerId="ADAL" clId="{E8B9B3F1-22AF-4ACA-AA7B-8C3A846A517E}" dt="2024-10-08T01:11:16.028" v="5" actId="478"/>
          <ac:picMkLst>
            <pc:docMk/>
            <pc:sldMk cId="3334630014" sldId="341"/>
            <ac:picMk id="197" creationId="{3791347F-68DB-35FA-446D-035117E0791C}"/>
          </ac:picMkLst>
        </pc:picChg>
      </pc:sldChg>
    </pc:docChg>
  </pc:docChgLst>
  <pc:docChgLst>
    <pc:chgData name="Alon Pinheiro" userId="4501e3c9-5ef7-40cc-a0c2-9ea35ef4d3fb" providerId="ADAL" clId="{74287B21-500F-402E-8887-3FB9B10BD7A1}"/>
    <pc:docChg chg="undo custSel addSld delSld modSld">
      <pc:chgData name="Alon Pinheiro" userId="4501e3c9-5ef7-40cc-a0c2-9ea35ef4d3fb" providerId="ADAL" clId="{74287B21-500F-402E-8887-3FB9B10BD7A1}" dt="2022-09-06T20:45:30.512" v="216" actId="14100"/>
      <pc:docMkLst>
        <pc:docMk/>
      </pc:docMkLst>
      <pc:sldChg chg="delSp new del mod">
        <pc:chgData name="Alon Pinheiro" userId="4501e3c9-5ef7-40cc-a0c2-9ea35ef4d3fb" providerId="ADAL" clId="{74287B21-500F-402E-8887-3FB9B10BD7A1}" dt="2022-09-06T18:30:34.001" v="3" actId="47"/>
        <pc:sldMkLst>
          <pc:docMk/>
          <pc:sldMk cId="1347396693" sldId="256"/>
        </pc:sldMkLst>
        <pc:spChg chg="del">
          <ac:chgData name="Alon Pinheiro" userId="4501e3c9-5ef7-40cc-a0c2-9ea35ef4d3fb" providerId="ADAL" clId="{74287B21-500F-402E-8887-3FB9B10BD7A1}" dt="2022-09-06T18:30:27.128" v="1" actId="478"/>
          <ac:spMkLst>
            <pc:docMk/>
            <pc:sldMk cId="1347396693" sldId="256"/>
            <ac:spMk id="2" creationId="{B9AB3751-F133-714A-1238-DADD9736FE84}"/>
          </ac:spMkLst>
        </pc:spChg>
        <pc:spChg chg="del">
          <ac:chgData name="Alon Pinheiro" userId="4501e3c9-5ef7-40cc-a0c2-9ea35ef4d3fb" providerId="ADAL" clId="{74287B21-500F-402E-8887-3FB9B10BD7A1}" dt="2022-09-06T18:30:27.128" v="1" actId="478"/>
          <ac:spMkLst>
            <pc:docMk/>
            <pc:sldMk cId="1347396693" sldId="256"/>
            <ac:spMk id="3" creationId="{BCF5242D-27E7-CEC4-F28C-9E24DB53B2BA}"/>
          </ac:spMkLst>
        </pc:spChg>
      </pc:sldChg>
      <pc:sldChg chg="addSp delSp modSp add mod">
        <pc:chgData name="Alon Pinheiro" userId="4501e3c9-5ef7-40cc-a0c2-9ea35ef4d3fb" providerId="ADAL" clId="{74287B21-500F-402E-8887-3FB9B10BD7A1}" dt="2022-09-06T20:45:30.512" v="216" actId="14100"/>
        <pc:sldMkLst>
          <pc:docMk/>
          <pc:sldMk cId="1528896379" sldId="339"/>
        </pc:sldMkLst>
        <pc:spChg chg="mod">
          <ac:chgData name="Alon Pinheiro" userId="4501e3c9-5ef7-40cc-a0c2-9ea35ef4d3fb" providerId="ADAL" clId="{74287B21-500F-402E-8887-3FB9B10BD7A1}" dt="2022-09-06T20:45:30.512" v="216" actId="14100"/>
          <ac:spMkLst>
            <pc:docMk/>
            <pc:sldMk cId="1528896379" sldId="339"/>
            <ac:spMk id="7" creationId="{ABAFF71C-B112-A06F-7A7A-B2B0934B4A92}"/>
          </ac:spMkLst>
        </pc:spChg>
        <pc:picChg chg="add del mod">
          <ac:chgData name="Alon Pinheiro" userId="4501e3c9-5ef7-40cc-a0c2-9ea35ef4d3fb" providerId="ADAL" clId="{74287B21-500F-402E-8887-3FB9B10BD7A1}" dt="2022-09-06T20:39:28.514" v="208" actId="478"/>
          <ac:picMkLst>
            <pc:docMk/>
            <pc:sldMk cId="1528896379" sldId="339"/>
            <ac:picMk id="3" creationId="{7D6BFA22-39D9-D0BF-25AB-8B221027A6BB}"/>
          </ac:picMkLst>
        </pc:picChg>
        <pc:picChg chg="add del mod">
          <ac:chgData name="Alon Pinheiro" userId="4501e3c9-5ef7-40cc-a0c2-9ea35ef4d3fb" providerId="ADAL" clId="{74287B21-500F-402E-8887-3FB9B10BD7A1}" dt="2022-09-06T20:40:02.335" v="214" actId="478"/>
          <ac:picMkLst>
            <pc:docMk/>
            <pc:sldMk cId="1528896379" sldId="339"/>
            <ac:picMk id="5" creationId="{6342872D-60A4-55D7-6CD9-D8FB599DE09A}"/>
          </ac:picMkLst>
        </pc:picChg>
      </pc:sldChg>
      <pc:sldChg chg="add">
        <pc:chgData name="Alon Pinheiro" userId="4501e3c9-5ef7-40cc-a0c2-9ea35ef4d3fb" providerId="ADAL" clId="{74287B21-500F-402E-8887-3FB9B10BD7A1}" dt="2022-09-06T18:30:29.741" v="2"/>
        <pc:sldMkLst>
          <pc:docMk/>
          <pc:sldMk cId="1120013110" sldId="340"/>
        </pc:sldMkLst>
      </pc:sldChg>
    </pc:docChg>
  </pc:docChgLst>
  <pc:docChgLst>
    <pc:chgData name="GABRIEL UZEDA DE FREITAS" userId="9abb89e5-1fa4-4da5-99de-f3e46149f698" providerId="ADAL" clId="{124A1AF8-2240-418E-A134-D60C36323A8B}"/>
    <pc:docChg chg="undo redo custSel modSld">
      <pc:chgData name="GABRIEL UZEDA DE FREITAS" userId="9abb89e5-1fa4-4da5-99de-f3e46149f698" providerId="ADAL" clId="{124A1AF8-2240-418E-A134-D60C36323A8B}" dt="2024-09-12T00:43:07.746" v="85" actId="1035"/>
      <pc:docMkLst>
        <pc:docMk/>
      </pc:docMkLst>
      <pc:sldChg chg="addSp modSp mod">
        <pc:chgData name="GABRIEL UZEDA DE FREITAS" userId="9abb89e5-1fa4-4da5-99de-f3e46149f698" providerId="ADAL" clId="{124A1AF8-2240-418E-A134-D60C36323A8B}" dt="2024-09-12T00:43:07.746" v="85" actId="1035"/>
        <pc:sldMkLst>
          <pc:docMk/>
          <pc:sldMk cId="1528896379" sldId="339"/>
        </pc:sldMkLst>
        <pc:spChg chg="add mod">
          <ac:chgData name="GABRIEL UZEDA DE FREITAS" userId="9abb89e5-1fa4-4da5-99de-f3e46149f698" providerId="ADAL" clId="{124A1AF8-2240-418E-A134-D60C36323A8B}" dt="2024-09-12T00:43:06.299" v="70" actId="571"/>
          <ac:spMkLst>
            <pc:docMk/>
            <pc:sldMk cId="1528896379" sldId="339"/>
            <ac:spMk id="2" creationId="{21CF52C7-D76A-E7D6-0DCA-8B7E114BA1C3}"/>
          </ac:spMkLst>
        </pc:spChg>
        <pc:spChg chg="mod">
          <ac:chgData name="GABRIEL UZEDA DE FREITAS" userId="9abb89e5-1fa4-4da5-99de-f3e46149f698" providerId="ADAL" clId="{124A1AF8-2240-418E-A134-D60C36323A8B}" dt="2024-09-12T00:43:00.891" v="68" actId="1076"/>
          <ac:spMkLst>
            <pc:docMk/>
            <pc:sldMk cId="1528896379" sldId="339"/>
            <ac:spMk id="7" creationId="{ABAFF71C-B112-A06F-7A7A-B2B0934B4A92}"/>
          </ac:spMkLst>
        </pc:spChg>
        <pc:spChg chg="mod">
          <ac:chgData name="GABRIEL UZEDA DE FREITAS" userId="9abb89e5-1fa4-4da5-99de-f3e46149f698" providerId="ADAL" clId="{124A1AF8-2240-418E-A134-D60C36323A8B}" dt="2024-09-12T00:42:55.910" v="66" actId="948"/>
          <ac:spMkLst>
            <pc:docMk/>
            <pc:sldMk cId="1528896379" sldId="339"/>
            <ac:spMk id="10" creationId="{C2A2418D-7892-84E0-19FC-9F739CC5FB89}"/>
          </ac:spMkLst>
        </pc:spChg>
        <pc:spChg chg="mod">
          <ac:chgData name="GABRIEL UZEDA DE FREITAS" userId="9abb89e5-1fa4-4da5-99de-f3e46149f698" providerId="ADAL" clId="{124A1AF8-2240-418E-A134-D60C36323A8B}" dt="2024-09-12T00:43:07.746" v="85" actId="1035"/>
          <ac:spMkLst>
            <pc:docMk/>
            <pc:sldMk cId="1528896379" sldId="339"/>
            <ac:spMk id="11" creationId="{34D83715-0282-9C04-FDBD-7EEA56F390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F4407-2EA6-4A6E-854C-67D779F62EB6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CADC9-D827-436E-9183-156843B1F4F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081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CADC9-D827-436E-9183-156843B1F4F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342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EAAB0-47B2-3598-2954-994A4E17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D2F5F-8C80-A094-53EA-FD37E599D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D5BA9-FCCC-6C35-6EE1-A4D627A22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C42E1-5EE1-5F92-E77A-2FA65E89D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CADC9-D827-436E-9183-156843B1F4F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118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7D72D-B0A6-7A5C-E3A0-C3BA2E8A7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3CA15A-360E-8772-A08B-DBF5F5B0D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8E48D5-F37B-8D9C-0509-9A437350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778642-D4B7-C929-634B-940DDC42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C95F52-E222-96CF-A78C-5256638D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1487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0325-78CD-46EE-8586-6D31D9D5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4B014-25DC-E4CF-88E1-B0BF77217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7C9B70-C7DC-31C7-67A7-E3C662AF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5FD294-CAD3-7C2F-1FB4-61364C827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895341-C612-0EF9-4368-41B011A0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14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5F9E9-DF4F-AD3A-2744-FB271751B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FB4D98-9FD6-B9C5-4D9E-58A2FE461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5C88CA-1639-F0CC-B4F1-2868E94A5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D2F935-6EEF-1890-F400-ECE215C3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59D3FB-F634-5403-F984-343DACE6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89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F58EF-45A9-349F-64C5-837585F3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C41FF0-11FD-5B68-F281-200B8D7E9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2992C9-338D-EBD9-B78A-F84E2B2C0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939B89-F1BC-0AAA-67FC-DD01CA53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021FC3-676A-00B4-8F18-B24DB24A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94545E-F22F-C6B5-234E-A083E2A0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94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E9067-4761-C574-CA85-54EED152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99ECAF-495A-FE7F-7193-BC2944177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2218E9-F573-1FDA-3222-26F958B49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A5C1B02-41F1-3F35-193E-A590942E0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0F2777-8285-F5C5-4503-8EC2356D3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95BB46-7553-96CD-D92E-A3078902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CB25EB0-6B22-C16A-0CB9-957CEFAC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1FC2A1-2297-EA1D-7968-30659DC60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96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F1623-D688-9327-955F-69A55D43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9FBE4AA-6750-DC63-BEE8-2E41E5F88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7823F13-96EC-A614-395D-24764AB96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80D5D0-3CFD-BBB3-932B-875A9544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68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BC7EB8-90E0-C1C4-C5B8-C807070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C9B44DA-FF1D-42E8-4756-03258805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36C9E2-806B-3B3C-F36F-38DFBADD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416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C3853-0C0E-9154-7CF7-C88D4CCA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A5E75C-4440-C9EC-2C6C-D485C79A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C5C0FC-9BC8-906D-E7F4-48CF7ACE3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29980B-A082-5B61-5184-9FF359CC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D80C00-6C56-6885-FF64-37E39C1F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9F2090-C02B-DE6C-8DF5-743B9C0E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26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3F506-ECD2-C0AB-B64C-3C434CDA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E62BFA-8E71-ACB5-4DC3-278530422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F50D7D-5391-F915-59E8-9C8ACD7E7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21FF6C-D507-B2FE-E268-FC3869B2B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38EB1A-4962-6EF6-AD52-60FB3F18E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5CCFCD-BF4D-415A-6DD4-8D7D7356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08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D997D-28E2-1340-B492-D42FD608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3D05C6-5DF1-705B-8E7B-EF3F77159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9C66F6-2D0D-A871-BE75-7155D58C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C36F66-13C1-DB6A-4A4D-C23EB597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B180A0-6836-0E7A-814F-44FD9706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57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64738E-B5EE-1670-A9BB-E661EF333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A20EDA-041E-3D54-D228-C2ACD2A8B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27F11C-7FEF-6A59-9B62-895FEB93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F4BE89-B4DE-5321-BDE6-BDB9C733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8C296B-CD01-BDAB-463E-81011CFB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20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28B5045-34FE-4C28-2009-B0A59094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FA7B49-EA43-82F8-F22B-87E956334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B28A49-8E53-D68B-05EC-2755998BA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927DD-F065-42A3-9353-3BE206990D7D}" type="datetimeFigureOut">
              <a:rPr lang="pt-BR" smtClean="0"/>
              <a:t>07/10/2024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A823DE-77F4-2ACF-7E75-7CA7E768E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2D48DB-9CD8-570D-8F7E-4BD525B7F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0C2BC-0EF1-4A1E-8297-240285AE5D5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05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BAFF71C-B112-A06F-7A7A-B2B0934B4A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815"/>
            </a:avLst>
          </a:prstGeom>
          <a:gradFill>
            <a:gsLst>
              <a:gs pos="47000">
                <a:srgbClr val="051D4C"/>
              </a:gs>
              <a:gs pos="0">
                <a:srgbClr val="0A0638"/>
              </a:gs>
              <a:gs pos="100000">
                <a:srgbClr val="003360"/>
              </a:gs>
            </a:gsLst>
            <a:lin ang="2700000" scaled="1"/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A2418D-7892-84E0-19FC-9F739CC5FB89}"/>
              </a:ext>
            </a:extLst>
          </p:cNvPr>
          <p:cNvSpPr txBox="1"/>
          <p:nvPr/>
        </p:nvSpPr>
        <p:spPr>
          <a:xfrm>
            <a:off x="581025" y="2943225"/>
            <a:ext cx="9477375" cy="197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0" spc="-150" dirty="0">
                <a:solidFill>
                  <a:prstClr val="white"/>
                </a:solidFill>
                <a:latin typeface="Swis721 BlkCn BT" panose="020B0806030502040204" pitchFamily="34" charset="0"/>
              </a:rPr>
              <a:t>VENDAS E SENTIMENTO</a:t>
            </a:r>
            <a:endParaRPr kumimoji="0" lang="pt-BR" sz="80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721 BlkCn BT" panose="020B080603050204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4D83715-0282-9C04-FDBD-7EEA56F39098}"/>
              </a:ext>
            </a:extLst>
          </p:cNvPr>
          <p:cNvSpPr/>
          <p:nvPr/>
        </p:nvSpPr>
        <p:spPr>
          <a:xfrm>
            <a:off x="741145" y="5217530"/>
            <a:ext cx="3778141" cy="579120"/>
          </a:xfrm>
          <a:prstGeom prst="roundRect">
            <a:avLst>
              <a:gd name="adj" fmla="val 28948"/>
            </a:avLst>
          </a:prstGeom>
          <a:solidFill>
            <a:srgbClr val="000034"/>
          </a:solidFill>
          <a:ln>
            <a:solidFill>
              <a:schemeClr val="accent1">
                <a:lumMod val="50000"/>
              </a:schemeClr>
            </a:solidFill>
          </a:ln>
          <a:effectLst>
            <a:glow rad="254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00" b="0" i="0" u="none" strike="noStrike" kern="1200" cap="none" spc="17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rgbClr val="4472C4">
                      <a:satMod val="175000"/>
                      <a:alpha val="40000"/>
                    </a:srgbClr>
                  </a:glow>
                </a:effectLst>
                <a:uLnTx/>
                <a:uFillTx/>
                <a:cs typeface="Aharoni" panose="02010803020104030203" pitchFamily="2" charset="-79"/>
              </a:rPr>
              <a:t>INICIAR ANÁLISES</a:t>
            </a:r>
          </a:p>
        </p:txBody>
      </p:sp>
      <p:pic>
        <p:nvPicPr>
          <p:cNvPr id="195" name="Graphic 194">
            <a:extLst>
              <a:ext uri="{FF2B5EF4-FFF2-40B4-BE49-F238E27FC236}">
                <a16:creationId xmlns:a16="http://schemas.microsoft.com/office/drawing/2014/main" id="{238EFD8C-D9FB-C134-949B-5099E433F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0301" y="493904"/>
            <a:ext cx="3310991" cy="3310991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D5C92FE5-B73C-D70F-C4F9-FFBD14D6D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4351" y="2943225"/>
            <a:ext cx="3310990" cy="3310990"/>
          </a:xfrm>
          <a:prstGeom prst="rect">
            <a:avLst/>
          </a:prstGeom>
        </p:spPr>
      </p:pic>
      <p:sp>
        <p:nvSpPr>
          <p:cNvPr id="199" name="CaixaDeTexto 9">
            <a:extLst>
              <a:ext uri="{FF2B5EF4-FFF2-40B4-BE49-F238E27FC236}">
                <a16:creationId xmlns:a16="http://schemas.microsoft.com/office/drawing/2014/main" id="{67C0873B-5DB0-FBEA-5CC5-598BB7024284}"/>
              </a:ext>
            </a:extLst>
          </p:cNvPr>
          <p:cNvSpPr txBox="1"/>
          <p:nvPr/>
        </p:nvSpPr>
        <p:spPr>
          <a:xfrm>
            <a:off x="565785" y="1547495"/>
            <a:ext cx="94773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800" dirty="0">
                <a:solidFill>
                  <a:srgbClr val="407BFF"/>
                </a:solidFill>
                <a:latin typeface="Swis721 BlkCn BT" panose="020B0806030502040204" pitchFamily="34" charset="0"/>
              </a:rPr>
              <a:t>DASHBOARD</a:t>
            </a:r>
            <a:endParaRPr kumimoji="0" lang="pt-BR" sz="8800" b="0" i="0" u="none" strike="noStrike" kern="1200" cap="none" spc="0" normalizeH="0" baseline="0" noProof="0" dirty="0">
              <a:ln>
                <a:noFill/>
              </a:ln>
              <a:solidFill>
                <a:srgbClr val="407BFF"/>
              </a:solidFill>
              <a:effectLst/>
              <a:uLnTx/>
              <a:uFillTx/>
              <a:latin typeface="Swis721 BlkCn BT" panose="020B0806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89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D3FD9-FAFC-A855-E3C7-9F074E83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53FECF39-529C-C165-82A1-B86CDFFEEABE}"/>
              </a:ext>
            </a:extLst>
          </p:cNvPr>
          <p:cNvSpPr txBox="1"/>
          <p:nvPr/>
        </p:nvSpPr>
        <p:spPr>
          <a:xfrm>
            <a:off x="581025" y="2943225"/>
            <a:ext cx="9477375" cy="197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0" spc="-150" dirty="0">
                <a:solidFill>
                  <a:prstClr val="white"/>
                </a:solidFill>
                <a:latin typeface="Swis721 BlkCn BT" panose="020B0806030502040204" pitchFamily="34" charset="0"/>
              </a:rPr>
              <a:t>VENDAS E SENTIMENTO</a:t>
            </a:r>
            <a:endParaRPr kumimoji="0" lang="pt-BR" sz="80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wis721 BlkCn BT" panose="020B0806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63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7091270-D127-1486-0AA1-4D9B51E237B7}"/>
              </a:ext>
            </a:extLst>
          </p:cNvPr>
          <p:cNvSpPr txBox="1"/>
          <p:nvPr/>
        </p:nvSpPr>
        <p:spPr>
          <a:xfrm>
            <a:off x="600166" y="381000"/>
            <a:ext cx="594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Azul: #0A0638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#003360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Ilustração: https://storyset.com/</a:t>
            </a:r>
          </a:p>
        </p:txBody>
      </p:sp>
    </p:spTree>
    <p:extLst>
      <p:ext uri="{BB962C8B-B14F-4D97-AF65-F5344CB8AC3E}">
        <p14:creationId xmlns:p14="http://schemas.microsoft.com/office/powerpoint/2010/main" val="1120013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25</Words>
  <Application>Microsoft Office PowerPoint</Application>
  <PresentationFormat>Widescreen</PresentationFormat>
  <Paragraphs>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Aharoni</vt:lpstr>
      <vt:lpstr>Aptos</vt:lpstr>
      <vt:lpstr>Arial</vt:lpstr>
      <vt:lpstr>Calibri</vt:lpstr>
      <vt:lpstr>Calibri Light</vt:lpstr>
      <vt:lpstr>Swis721 BlkCn BT</vt:lpstr>
      <vt:lpstr>Tema do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GABRIEL UZEDA DE FREITAS</cp:lastModifiedBy>
  <cp:revision>2</cp:revision>
  <dcterms:created xsi:type="dcterms:W3CDTF">2022-09-06T18:30:23Z</dcterms:created>
  <dcterms:modified xsi:type="dcterms:W3CDTF">2024-10-08T01:11:19Z</dcterms:modified>
</cp:coreProperties>
</file>